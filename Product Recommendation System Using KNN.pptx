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8" autoAdjust="0"/>
    <p:restoredTop sz="94660"/>
  </p:normalViewPr>
  <p:slideViewPr>
    <p:cSldViewPr snapToGrid="0">
      <p:cViewPr varScale="1">
        <p:scale>
          <a:sx n="92" d="100"/>
          <a:sy n="92" d="100"/>
        </p:scale>
        <p:origin x="77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29800-0AC5-47FE-BB26-60EED5D18570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8A8BF-B255-49AB-A028-1E7DD97977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0991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29800-0AC5-47FE-BB26-60EED5D18570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8A8BF-B255-49AB-A028-1E7DD97977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7421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29800-0AC5-47FE-BB26-60EED5D18570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8A8BF-B255-49AB-A028-1E7DD97977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150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29800-0AC5-47FE-BB26-60EED5D18570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8A8BF-B255-49AB-A028-1E7DD97977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9467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29800-0AC5-47FE-BB26-60EED5D18570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8A8BF-B255-49AB-A028-1E7DD97977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8254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29800-0AC5-47FE-BB26-60EED5D18570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8A8BF-B255-49AB-A028-1E7DD97977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728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29800-0AC5-47FE-BB26-60EED5D18570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8A8BF-B255-49AB-A028-1E7DD97977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8594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29800-0AC5-47FE-BB26-60EED5D18570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8A8BF-B255-49AB-A028-1E7DD97977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7237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29800-0AC5-47FE-BB26-60EED5D18570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8A8BF-B255-49AB-A028-1E7DD97977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0381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29800-0AC5-47FE-BB26-60EED5D18570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8A8BF-B255-49AB-A028-1E7DD97977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2507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29800-0AC5-47FE-BB26-60EED5D18570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8A8BF-B255-49AB-A028-1E7DD97977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74032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29800-0AC5-47FE-BB26-60EED5D18570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8A8BF-B255-49AB-A028-1E7DD97977FA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577239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29800-0AC5-47FE-BB26-60EED5D18570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8A8BF-B255-49AB-A028-1E7DD97977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71091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29800-0AC5-47FE-BB26-60EED5D18570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8A8BF-B255-49AB-A028-1E7DD97977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63281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29800-0AC5-47FE-BB26-60EED5D18570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8A8BF-B255-49AB-A028-1E7DD97977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5984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29800-0AC5-47FE-BB26-60EED5D18570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8A8BF-B255-49AB-A028-1E7DD97977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88475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29800-0AC5-47FE-BB26-60EED5D18570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8A8BF-B255-49AB-A028-1E7DD97977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4852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229800-0AC5-47FE-BB26-60EED5D18570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8A8BF-B255-49AB-A028-1E7DD97977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50031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0EA44-D45D-32A4-5591-D92A01A858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96291"/>
            <a:ext cx="8825658" cy="584329"/>
          </a:xfrm>
        </p:spPr>
        <p:txBody>
          <a:bodyPr/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Recommendation System Using KNN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DB861B-2284-0A22-BB40-1388EC59CA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2493818"/>
            <a:ext cx="8825658" cy="2219498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Mini Project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 K-Nearest Neighbors (KNN)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Online Retail Dataset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by: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swarnvalli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</a:t>
            </a:r>
          </a:p>
        </p:txBody>
      </p:sp>
    </p:spTree>
    <p:extLst>
      <p:ext uri="{BB962C8B-B14F-4D97-AF65-F5344CB8AC3E}">
        <p14:creationId xmlns:p14="http://schemas.microsoft.com/office/powerpoint/2010/main" val="1081316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3048D-5571-2B3E-A784-3A6C1F9BD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A8195-B3CA-9A78-714F-37FBED151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2095133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systems suggest relevant products to customers.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recommends products based on customer purchasing patterns.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KNN is used to identify products with similar purchase behavior.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5610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319ED-FEA7-B64D-C2D9-382851AB6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373EC-158C-789D-6502-CF0FA7009E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online retail transaction data.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Exploratory Data Analysis (EDA).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and preprocess the dataset.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product similarity model using KNN.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product recommendations.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8294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645D8-3CC0-03E1-6AD5-254D2ED93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EA6EC-EE11-DD85-2C1D-94749DF8C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Retail Dataset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UCI Machine Learning Repository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Transaction-level retail data.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columns: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Invoice No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Code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Invoice Date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Price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ID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Country</a:t>
            </a:r>
          </a:p>
        </p:txBody>
      </p:sp>
    </p:spTree>
    <p:extLst>
      <p:ext uri="{BB962C8B-B14F-4D97-AF65-F5344CB8AC3E}">
        <p14:creationId xmlns:p14="http://schemas.microsoft.com/office/powerpoint/2010/main" val="1643556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A779D-61FD-6A89-6C2C-D59642163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E0463-DDE0-4F33-02F2-AE0B2BDE61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dataset shape and data types.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missing values.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duplicate records.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cancelled transactions.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top-selling products.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country-wise sales.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visualizations.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8002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A9E2E-6548-B091-972A-18AB5D55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8786D-E046-81AF-DD2A-673568E8D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missing product descriptions.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missing customer IDs.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duplicate records.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cancelled invoices.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invalid quantity and price values.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Create:</a:t>
            </a:r>
          </a:p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TotalSales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Quantity ×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UnitPrice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2860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57046-1181-8B11-0A16-A8C25A799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8A963-EC3A-5071-62C8-507F02CBF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Customer × Product Matrix.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Rows → Customers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Columns → Products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 → Quantity purchased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matrix is used to identify similar purchasing patterns.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058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6B9F7-1B38-B231-E94E-C0717BCB9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Alogrithm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2D58F-CBBC-19F1-7621-FDF31DA61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K-Nearest Neighbors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KNN finds similar products.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purchase patterns are compared.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Cosine distance is used to measure similarity.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nearest products are selected as recommendations.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recommend the Top 5 similar products.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9982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149D2-2FAC-13B4-1671-5140F60EC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E93A7-EC27-2CBE-115A-B8420120A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Customer-Product Matrix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Scaling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KNN Model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Similarity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4077634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23974-0D75-2D52-65A8-B617C7D22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C3B44-BA0B-F802-FE5D-E4236186A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Selected product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Top 5 recommended products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Product: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WHITE HANGING HEART T-LIGHT HOLDER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 Products: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Product A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Product B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Product C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Product D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Product 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actual recommendations depend on the dataset.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0833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F9F9D-1B1E-19F7-6B89-D6986F8EA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817BE-D146-D1D4-B6BB-1152B6AF86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— Data processing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 — Numerical operations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— Visualization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Seaborn — EDA visualization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— KNN and preprocessing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Jupyter Notebook / Google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66745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6FAB3-F295-7100-6535-B774DD999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CE95E-A3BE-F750-ECBE-E711E749A4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easy to understand.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real-world transaction data.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Finds similar products from purchasing behavior.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product discovery.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support cross-selling.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5061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8774F-FDF3-7420-08ED-7089C9070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&amp;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7FA66-C22A-91F9-EB98-0B2A3DE32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Cold-start problem for new products.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Cold-start problem for new customers.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datasets can require more computation.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collaborative filtering.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product descriptions/categories.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web application.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real-time recommendations.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96554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45A2A-1998-2B4D-4B9B-CD9823070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222C2-61DC-23D9-7E07-E79DFE817C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a complete machine learning workflow.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helps understand customer and product behavior.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KNN identifies similar products.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generates product recommendations based on purchasing patterns.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help improve product discovery and cross-selling.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12914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D94A9-E597-168D-9D34-C0E4A26BD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2369126"/>
            <a:ext cx="9404723" cy="1762299"/>
          </a:xfrm>
        </p:spPr>
        <p:txBody>
          <a:bodyPr/>
          <a:lstStyle/>
          <a:p>
            <a:pPr algn="ctr"/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84556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32</TotalTime>
  <Words>472</Words>
  <Application>Microsoft Office PowerPoint</Application>
  <PresentationFormat>Widescreen</PresentationFormat>
  <Paragraphs>113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Century Gothic</vt:lpstr>
      <vt:lpstr>Times New Roman</vt:lpstr>
      <vt:lpstr>Wingdings</vt:lpstr>
      <vt:lpstr>Wingdings 3</vt:lpstr>
      <vt:lpstr>Ion</vt:lpstr>
      <vt:lpstr>Product Recommendation System Using KNN</vt:lpstr>
      <vt:lpstr>Introduction</vt:lpstr>
      <vt:lpstr>Objectives</vt:lpstr>
      <vt:lpstr>Dataset</vt:lpstr>
      <vt:lpstr>EDA</vt:lpstr>
      <vt:lpstr>Data Preprocessing</vt:lpstr>
      <vt:lpstr>Feature Engineering</vt:lpstr>
      <vt:lpstr>KNN Alogrithm</vt:lpstr>
      <vt:lpstr>System Workflow</vt:lpstr>
      <vt:lpstr>Sample Output</vt:lpstr>
      <vt:lpstr>Tools &amp; Technologies</vt:lpstr>
      <vt:lpstr>Advantages</vt:lpstr>
      <vt:lpstr>Limitations &amp; Future Scope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Swarnavalli Kanagaraj</dc:creator>
  <cp:lastModifiedBy>Swarnavalli Kanagaraj</cp:lastModifiedBy>
  <cp:revision>1</cp:revision>
  <dcterms:created xsi:type="dcterms:W3CDTF">2026-09-08T07:52:45Z</dcterms:created>
  <dcterms:modified xsi:type="dcterms:W3CDTF">2026-09-08T08:31:35Z</dcterms:modified>
</cp:coreProperties>
</file>